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954838" cy="92408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0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120" y="4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2EB72-94FD-29BB-4A7A-C7A1B5A362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147437-B022-8AF4-8B7D-58CCCD27B9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F4FFA8-8270-8953-899A-F2EE31F83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B2147-CF96-46A0-BAC7-66DFBE2E7058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5F15BC-D3BB-C3EB-9966-C7476E085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317407-0E64-2B1A-8715-070F8B920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37F4C-422D-4194-91AD-3DB6BD6041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7495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FB261-31DF-3B6A-CAB3-A86C85D4D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ACB53-F4FA-62D2-15ED-62CA6C6DA4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A3EF40-4B3F-CF70-AF17-E156B75CD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B2147-CF96-46A0-BAC7-66DFBE2E7058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692C42-D748-F00D-0571-4E25471D5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7C1291-8945-4E88-92AE-AB0D8B9DF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37F4C-422D-4194-91AD-3DB6BD6041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631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36D3D-FDDA-3C1A-4E03-149623EB2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2C418C-5E2E-206C-3F0A-9BE5CE1E4C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543CA9-F4B5-2002-624F-4032AA340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B2147-CF96-46A0-BAC7-66DFBE2E7058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6AE955-2097-D897-7F8A-A9CB188AC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4223F7-78A1-1153-9476-97D3DF969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37F4C-422D-4194-91AD-3DB6BD6041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549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5833C-6842-CE68-0435-9C7CFC446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3CE425-AEC3-A37E-7674-E889AB9E04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085D55-85FF-8120-7514-E36E300F0F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558F5D-7936-4F6A-3F06-FA8433CC7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B2147-CF96-46A0-BAC7-66DFBE2E7058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5EE61A-B810-BDFB-CF9B-8B953C91E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2A894C-CEA9-3F31-5D39-6286F91A6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37F4C-422D-4194-91AD-3DB6BD6041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701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688FC-F449-7ABD-C7C2-1ABFC5849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D25898-16E8-BE77-454B-51BD5A892A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5696E3-28A5-097E-4FBF-03A784B7DF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F2202A-8C0B-49C5-5826-4897C14794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684225-BDCD-9920-8F13-DAEE0FF1F8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714ED6-83C1-0C01-E9C9-70D1B4721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B2147-CF96-46A0-BAC7-66DFBE2E7058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E6F54B-9B63-49BE-5AAC-55E332E82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33BAF0-2342-9A34-1EB4-64F5B37E6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37F4C-422D-4194-91AD-3DB6BD6041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3791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31770-D3F5-D34E-88E3-F59C12EE3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331CE1-A63C-F9E5-D474-AE270D5AD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B2147-CF96-46A0-BAC7-66DFBE2E7058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B8D129-715E-CB28-EBA8-3E7FB62E2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E83753-CD16-3BA1-147D-B8769D582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37F4C-422D-4194-91AD-3DB6BD6041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728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61F6CB-8B3C-CFB6-33EF-5911133CA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B2147-CF96-46A0-BAC7-66DFBE2E7058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0C9433-16BF-CDAE-3D81-31B503823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999997-D381-5A89-A0AB-587372D15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37F4C-422D-4194-91AD-3DB6BD6041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879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555D9-2254-D19C-71F1-C3309D74E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74B336-3D2A-F071-270A-BF931C5A30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922D07-4519-F837-414D-901DB71CEC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CA82F9-DFD9-DA13-08F5-64AC9C78C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B2147-CF96-46A0-BAC7-66DFBE2E7058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8040D7-6F6F-4A3B-38E8-C2B24498D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8917FA-B1CC-1684-38DD-BAEFE5D54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37F4C-422D-4194-91AD-3DB6BD6041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7233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9E43F-7740-9BD6-EAE9-F783916B1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54F753-BDC8-2FA7-7381-47080EE396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B86DF4-BD58-AF73-4CEC-87DB61C434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5009C4-54C1-A39B-0F0E-8817D6537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B2147-CF96-46A0-BAC7-66DFBE2E7058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A95F97-E09C-3B3D-6E97-AE4F1DDD5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D72D7B-AACD-CEB2-0B0F-7C5CF17DD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37F4C-422D-4194-91AD-3DB6BD6041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076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3F1AB-FC5E-86D4-FC05-0BE757471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D9F73C-C58A-9A2E-D620-D00CBDD514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6FC6D7-3482-6BE9-86CA-2AB6E5E85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B2147-CF96-46A0-BAC7-66DFBE2E7058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3EAC7E-D8A4-A436-E73E-573474037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C186F7-2F87-D7A9-5205-94ECCD79F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37F4C-422D-4194-91AD-3DB6BD6041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092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2F4E9B-0333-7DD4-0171-A4B3F98326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0DC40C-30F8-BACB-D226-A8DEF1CEC4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E9BC05-F208-F10B-EDD8-CEE617112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B2147-CF96-46A0-BAC7-66DFBE2E7058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3EAA3-5F9E-34F3-E4B4-23333AC2B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216F83-0678-1BEB-ADBA-971679D18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37F4C-422D-4194-91AD-3DB6BD6041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0811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333E28-5F4A-57FE-FB48-6C498570F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ED7B35-ABF7-1ECE-EAB0-1DD04ECEDC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3AD2D9-99D9-DF25-2A51-6DDF64F981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0B2147-CF96-46A0-BAC7-66DFBE2E7058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13F94B-347E-C74A-BD59-8A32067473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460CCF-5198-CD84-C13F-7AEA5FA58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037F4C-422D-4194-91AD-3DB6BD6041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602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3E4BBD3-3817-7E4D-F242-FF40ABCABF0E}"/>
              </a:ext>
            </a:extLst>
          </p:cNvPr>
          <p:cNvSpPr txBox="1"/>
          <p:nvPr/>
        </p:nvSpPr>
        <p:spPr>
          <a:xfrm>
            <a:off x="1484924" y="4142908"/>
            <a:ext cx="53926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12v</a:t>
            </a:r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FD11D4E-340E-1199-0D55-2EA519E24832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2024186" y="4327574"/>
            <a:ext cx="353154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C477126-D44A-9C6B-A7B0-121E4C487287}"/>
              </a:ext>
            </a:extLst>
          </p:cNvPr>
          <p:cNvSpPr txBox="1"/>
          <p:nvPr/>
        </p:nvSpPr>
        <p:spPr>
          <a:xfrm>
            <a:off x="1484924" y="2356338"/>
            <a:ext cx="539262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12v</a:t>
            </a:r>
          </a:p>
          <a:p>
            <a:r>
              <a:rPr lang="en-GB" dirty="0" err="1"/>
              <a:t>sw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A9B92F2-9762-AE4C-264C-AC0C9D7A7A9F}"/>
              </a:ext>
            </a:extLst>
          </p:cNvPr>
          <p:cNvCxnSpPr/>
          <p:nvPr/>
        </p:nvCxnSpPr>
        <p:spPr>
          <a:xfrm>
            <a:off x="2024186" y="2662978"/>
            <a:ext cx="4970583" cy="2903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2F8056BB-81C6-E991-1B93-5BAAB60772DE}"/>
              </a:ext>
            </a:extLst>
          </p:cNvPr>
          <p:cNvCxnSpPr>
            <a:cxnSpLocks/>
            <a:stCxn id="8" idx="2"/>
          </p:cNvCxnSpPr>
          <p:nvPr/>
        </p:nvCxnSpPr>
        <p:spPr>
          <a:xfrm rot="16200000" flipH="1">
            <a:off x="4973723" y="-216500"/>
            <a:ext cx="493911" cy="6932247"/>
          </a:xfrm>
          <a:prstGeom prst="bentConnector2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311B9E1-6A83-FE92-BF8F-63DCCB590337}"/>
              </a:ext>
            </a:extLst>
          </p:cNvPr>
          <p:cNvSpPr txBox="1"/>
          <p:nvPr/>
        </p:nvSpPr>
        <p:spPr>
          <a:xfrm>
            <a:off x="7934507" y="3429000"/>
            <a:ext cx="864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DIO26 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81817B2-4E61-8258-EE98-8883BD747979}"/>
              </a:ext>
            </a:extLst>
          </p:cNvPr>
          <p:cNvSpPr txBox="1"/>
          <p:nvPr/>
        </p:nvSpPr>
        <p:spPr>
          <a:xfrm>
            <a:off x="5629656" y="1834884"/>
            <a:ext cx="676656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 err="1"/>
              <a:t>Sw</a:t>
            </a:r>
            <a:br>
              <a:rPr lang="en-GB" dirty="0"/>
            </a:br>
            <a:r>
              <a:rPr lang="en-GB" dirty="0"/>
              <a:t>LED</a:t>
            </a:r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2D846CE-6616-2C33-62FE-2E6066872E04}"/>
              </a:ext>
            </a:extLst>
          </p:cNvPr>
          <p:cNvCxnSpPr>
            <a:stCxn id="15" idx="2"/>
          </p:cNvCxnSpPr>
          <p:nvPr/>
        </p:nvCxnSpPr>
        <p:spPr>
          <a:xfrm>
            <a:off x="5967984" y="2481215"/>
            <a:ext cx="0" cy="181763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E00FA27-3741-3548-31A9-3EF73DFFAF9C}"/>
              </a:ext>
            </a:extLst>
          </p:cNvPr>
          <p:cNvSpPr txBox="1"/>
          <p:nvPr/>
        </p:nvSpPr>
        <p:spPr>
          <a:xfrm>
            <a:off x="7003679" y="2338050"/>
            <a:ext cx="823586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Shed</a:t>
            </a:r>
            <a:br>
              <a:rPr lang="en-GB" dirty="0"/>
            </a:br>
            <a:r>
              <a:rPr lang="en-GB" dirty="0"/>
              <a:t>Lights</a:t>
            </a:r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C3C6264-91AB-BB4D-21F5-B64F060B6571}"/>
              </a:ext>
            </a:extLst>
          </p:cNvPr>
          <p:cNvSpPr/>
          <p:nvPr/>
        </p:nvSpPr>
        <p:spPr>
          <a:xfrm>
            <a:off x="8686800" y="1042416"/>
            <a:ext cx="1563310" cy="37856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ESP32</a:t>
            </a:r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B2640A4-D9F3-0DBF-88FD-8022E031EF0F}"/>
              </a:ext>
            </a:extLst>
          </p:cNvPr>
          <p:cNvSpPr txBox="1"/>
          <p:nvPr/>
        </p:nvSpPr>
        <p:spPr>
          <a:xfrm>
            <a:off x="5555730" y="4004408"/>
            <a:ext cx="1146822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12</a:t>
            </a:r>
            <a:r>
              <a:rPr lang="en-GB" dirty="0">
                <a:sym typeface="Wingdings" panose="05000000000000000000" pitchFamily="2" charset="2"/>
              </a:rPr>
              <a:t>5</a:t>
            </a:r>
          </a:p>
          <a:p>
            <a:r>
              <a:rPr lang="en-GB" dirty="0">
                <a:sym typeface="Wingdings" panose="05000000000000000000" pitchFamily="2" charset="2"/>
              </a:rPr>
              <a:t>DC Conv</a:t>
            </a:r>
            <a:endParaRPr lang="en-US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6CD24BA-1A1C-73D0-4C2A-A3AA00E763EE}"/>
              </a:ext>
            </a:extLst>
          </p:cNvPr>
          <p:cNvCxnSpPr>
            <a:cxnSpLocks/>
          </p:cNvCxnSpPr>
          <p:nvPr/>
        </p:nvCxnSpPr>
        <p:spPr>
          <a:xfrm flipV="1">
            <a:off x="6699504" y="4327573"/>
            <a:ext cx="1987296" cy="1"/>
          </a:xfrm>
          <a:prstGeom prst="line">
            <a:avLst/>
          </a:prstGeom>
          <a:ln>
            <a:solidFill>
              <a:schemeClr val="accent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892BAF89-647A-BF72-FBF5-DA64CC63DFF8}"/>
              </a:ext>
            </a:extLst>
          </p:cNvPr>
          <p:cNvSpPr txBox="1"/>
          <p:nvPr/>
        </p:nvSpPr>
        <p:spPr>
          <a:xfrm>
            <a:off x="7983560" y="4039999"/>
            <a:ext cx="670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5Vin </a:t>
            </a:r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2D1CB39-661F-F1E2-627D-C3304B52A1AF}"/>
              </a:ext>
            </a:extLst>
          </p:cNvPr>
          <p:cNvCxnSpPr>
            <a:cxnSpLocks/>
          </p:cNvCxnSpPr>
          <p:nvPr/>
        </p:nvCxnSpPr>
        <p:spPr>
          <a:xfrm>
            <a:off x="6096000" y="4646269"/>
            <a:ext cx="0" cy="556667"/>
          </a:xfrm>
          <a:prstGeom prst="line">
            <a:avLst/>
          </a:prstGeom>
          <a:ln>
            <a:solidFill>
              <a:schemeClr val="accent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B023F727-2B9F-B313-B8A5-FB22F5FA93B3}"/>
              </a:ext>
            </a:extLst>
          </p:cNvPr>
          <p:cNvSpPr txBox="1"/>
          <p:nvPr/>
        </p:nvSpPr>
        <p:spPr>
          <a:xfrm>
            <a:off x="5552682" y="5207413"/>
            <a:ext cx="114682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RCWL</a:t>
            </a:r>
            <a:endParaRPr lang="en-US" dirty="0"/>
          </a:p>
        </p:txBody>
      </p: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1798213D-3955-8C3F-2369-438E76693A85}"/>
              </a:ext>
            </a:extLst>
          </p:cNvPr>
          <p:cNvCxnSpPr>
            <a:cxnSpLocks/>
          </p:cNvCxnSpPr>
          <p:nvPr/>
        </p:nvCxnSpPr>
        <p:spPr>
          <a:xfrm rot="10800000" flipV="1">
            <a:off x="6699504" y="4828027"/>
            <a:ext cx="2343912" cy="426337"/>
          </a:xfrm>
          <a:prstGeom prst="bentConnector3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7AFA5312-2EDB-13F8-F693-8DDD63AE39D8}"/>
              </a:ext>
            </a:extLst>
          </p:cNvPr>
          <p:cNvSpPr txBox="1"/>
          <p:nvPr/>
        </p:nvSpPr>
        <p:spPr>
          <a:xfrm>
            <a:off x="8139855" y="4794243"/>
            <a:ext cx="647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3.3v </a:t>
            </a:r>
            <a:endParaRPr lang="en-US" dirty="0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06EBCEC-EB3D-553A-8CCB-DE41AA771E2F}"/>
              </a:ext>
            </a:extLst>
          </p:cNvPr>
          <p:cNvCxnSpPr>
            <a:cxnSpLocks/>
          </p:cNvCxnSpPr>
          <p:nvPr/>
        </p:nvCxnSpPr>
        <p:spPr>
          <a:xfrm flipH="1" flipV="1">
            <a:off x="6771237" y="682732"/>
            <a:ext cx="48270" cy="4603298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75E3DC1-084D-0B25-5E42-790C0533BFFD}"/>
              </a:ext>
            </a:extLst>
          </p:cNvPr>
          <p:cNvCxnSpPr>
            <a:cxnSpLocks/>
          </p:cNvCxnSpPr>
          <p:nvPr/>
        </p:nvCxnSpPr>
        <p:spPr>
          <a:xfrm>
            <a:off x="6126093" y="699102"/>
            <a:ext cx="844540" cy="68994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ED992ABA-DF16-0670-F306-96CABCA95A07}"/>
              </a:ext>
            </a:extLst>
          </p:cNvPr>
          <p:cNvCxnSpPr>
            <a:cxnSpLocks/>
          </p:cNvCxnSpPr>
          <p:nvPr/>
        </p:nvCxnSpPr>
        <p:spPr>
          <a:xfrm>
            <a:off x="6126093" y="701595"/>
            <a:ext cx="0" cy="1133289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B3CE5EDE-1427-3D51-4A68-5DEA3626DA5D}"/>
              </a:ext>
            </a:extLst>
          </p:cNvPr>
          <p:cNvSpPr txBox="1"/>
          <p:nvPr/>
        </p:nvSpPr>
        <p:spPr>
          <a:xfrm>
            <a:off x="6622531" y="651067"/>
            <a:ext cx="647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3.3v </a:t>
            </a:r>
            <a:endParaRPr lang="en-US" dirty="0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D6CEEA7-701A-BF81-7360-5739DBCB1639}"/>
              </a:ext>
            </a:extLst>
          </p:cNvPr>
          <p:cNvCxnSpPr/>
          <p:nvPr/>
        </p:nvCxnSpPr>
        <p:spPr>
          <a:xfrm>
            <a:off x="2024185" y="2784952"/>
            <a:ext cx="4970583" cy="290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46C001E9-685B-C555-0E64-5DC75AD2219E}"/>
              </a:ext>
            </a:extLst>
          </p:cNvPr>
          <p:cNvCxnSpPr>
            <a:cxnSpLocks/>
          </p:cNvCxnSpPr>
          <p:nvPr/>
        </p:nvCxnSpPr>
        <p:spPr>
          <a:xfrm>
            <a:off x="5763768" y="2481215"/>
            <a:ext cx="0" cy="30373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CEC6E83B-5791-8629-B51C-08FB68015041}"/>
              </a:ext>
            </a:extLst>
          </p:cNvPr>
          <p:cNvCxnSpPr>
            <a:cxnSpLocks/>
          </p:cNvCxnSpPr>
          <p:nvPr/>
        </p:nvCxnSpPr>
        <p:spPr>
          <a:xfrm>
            <a:off x="5967984" y="2630640"/>
            <a:ext cx="0" cy="1373768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AB1B057A-25C2-5A51-E236-F796905FE40E}"/>
              </a:ext>
            </a:extLst>
          </p:cNvPr>
          <p:cNvCxnSpPr>
            <a:cxnSpLocks/>
          </p:cNvCxnSpPr>
          <p:nvPr/>
        </p:nvCxnSpPr>
        <p:spPr>
          <a:xfrm>
            <a:off x="5961888" y="4646269"/>
            <a:ext cx="0" cy="556667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1299ED2E-093B-C50F-8D32-CE8F58BE1001}"/>
              </a:ext>
            </a:extLst>
          </p:cNvPr>
          <p:cNvCxnSpPr>
            <a:cxnSpLocks/>
          </p:cNvCxnSpPr>
          <p:nvPr/>
        </p:nvCxnSpPr>
        <p:spPr>
          <a:xfrm>
            <a:off x="6622531" y="4142908"/>
            <a:ext cx="2064269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05568161-79E9-25CD-C6ED-959A0123616E}"/>
              </a:ext>
            </a:extLst>
          </p:cNvPr>
          <p:cNvSpPr/>
          <p:nvPr/>
        </p:nvSpPr>
        <p:spPr>
          <a:xfrm>
            <a:off x="5614416" y="100584"/>
            <a:ext cx="3282696" cy="1719072"/>
          </a:xfrm>
          <a:custGeom>
            <a:avLst/>
            <a:gdLst>
              <a:gd name="csX0" fmla="*/ 146304 w 3282696"/>
              <a:gd name="csY0" fmla="*/ 1719072 h 1719072"/>
              <a:gd name="csX1" fmla="*/ 137160 w 3282696"/>
              <a:gd name="csY1" fmla="*/ 1673352 h 1719072"/>
              <a:gd name="csX2" fmla="*/ 128016 w 3282696"/>
              <a:gd name="csY2" fmla="*/ 1591056 h 1719072"/>
              <a:gd name="csX3" fmla="*/ 45720 w 3282696"/>
              <a:gd name="csY3" fmla="*/ 1399032 h 1719072"/>
              <a:gd name="csX4" fmla="*/ 0 w 3282696"/>
              <a:gd name="csY4" fmla="*/ 1225296 h 1719072"/>
              <a:gd name="csX5" fmla="*/ 73152 w 3282696"/>
              <a:gd name="csY5" fmla="*/ 1078992 h 1719072"/>
              <a:gd name="csX6" fmla="*/ 155448 w 3282696"/>
              <a:gd name="csY6" fmla="*/ 978408 h 1719072"/>
              <a:gd name="csX7" fmla="*/ 137160 w 3282696"/>
              <a:gd name="csY7" fmla="*/ 676656 h 1719072"/>
              <a:gd name="csX8" fmla="*/ 246888 w 3282696"/>
              <a:gd name="csY8" fmla="*/ 548640 h 1719072"/>
              <a:gd name="csX9" fmla="*/ 274320 w 3282696"/>
              <a:gd name="csY9" fmla="*/ 512064 h 1719072"/>
              <a:gd name="csX10" fmla="*/ 393192 w 3282696"/>
              <a:gd name="csY10" fmla="*/ 457200 h 1719072"/>
              <a:gd name="csX11" fmla="*/ 384048 w 3282696"/>
              <a:gd name="csY11" fmla="*/ 402336 h 1719072"/>
              <a:gd name="csX12" fmla="*/ 402336 w 3282696"/>
              <a:gd name="csY12" fmla="*/ 374904 h 1719072"/>
              <a:gd name="csX13" fmla="*/ 768096 w 3282696"/>
              <a:gd name="csY13" fmla="*/ 237744 h 1719072"/>
              <a:gd name="csX14" fmla="*/ 1088136 w 3282696"/>
              <a:gd name="csY14" fmla="*/ 210312 h 1719072"/>
              <a:gd name="csX15" fmla="*/ 1499616 w 3282696"/>
              <a:gd name="csY15" fmla="*/ 192024 h 1719072"/>
              <a:gd name="csX16" fmla="*/ 1719072 w 3282696"/>
              <a:gd name="csY16" fmla="*/ 128016 h 1719072"/>
              <a:gd name="csX17" fmla="*/ 1837944 w 3282696"/>
              <a:gd name="csY17" fmla="*/ 64008 h 1719072"/>
              <a:gd name="csX18" fmla="*/ 2176272 w 3282696"/>
              <a:gd name="csY18" fmla="*/ 0 h 1719072"/>
              <a:gd name="csX19" fmla="*/ 2496312 w 3282696"/>
              <a:gd name="csY19" fmla="*/ 73152 h 1719072"/>
              <a:gd name="csX20" fmla="*/ 2660904 w 3282696"/>
              <a:gd name="csY20" fmla="*/ 173736 h 1719072"/>
              <a:gd name="csX21" fmla="*/ 2697480 w 3282696"/>
              <a:gd name="csY21" fmla="*/ 201168 h 1719072"/>
              <a:gd name="csX22" fmla="*/ 2971800 w 3282696"/>
              <a:gd name="csY22" fmla="*/ 274320 h 1719072"/>
              <a:gd name="csX23" fmla="*/ 3017520 w 3282696"/>
              <a:gd name="csY23" fmla="*/ 347472 h 1719072"/>
              <a:gd name="csX24" fmla="*/ 3026664 w 3282696"/>
              <a:gd name="csY24" fmla="*/ 393192 h 1719072"/>
              <a:gd name="csX25" fmla="*/ 3236976 w 3282696"/>
              <a:gd name="csY25" fmla="*/ 502920 h 1719072"/>
              <a:gd name="csX26" fmla="*/ 3127248 w 3282696"/>
              <a:gd name="csY26" fmla="*/ 576072 h 1719072"/>
              <a:gd name="csX27" fmla="*/ 3209544 w 3282696"/>
              <a:gd name="csY27" fmla="*/ 694944 h 1719072"/>
              <a:gd name="csX28" fmla="*/ 3200400 w 3282696"/>
              <a:gd name="csY28" fmla="*/ 758952 h 1719072"/>
              <a:gd name="csX29" fmla="*/ 3282696 w 3282696"/>
              <a:gd name="csY29" fmla="*/ 832104 h 1719072"/>
              <a:gd name="csX30" fmla="*/ 3172968 w 3282696"/>
              <a:gd name="csY30" fmla="*/ 960120 h 1719072"/>
              <a:gd name="csX31" fmla="*/ 3054096 w 3282696"/>
              <a:gd name="csY31" fmla="*/ 978408 h 17190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</a:cxnLst>
            <a:rect l="l" t="t" r="r" b="b"/>
            <a:pathLst>
              <a:path w="3282696" h="1719072">
                <a:moveTo>
                  <a:pt x="146304" y="1719072"/>
                </a:moveTo>
                <a:cubicBezTo>
                  <a:pt x="143256" y="1703832"/>
                  <a:pt x="139358" y="1688738"/>
                  <a:pt x="137160" y="1673352"/>
                </a:cubicBezTo>
                <a:cubicBezTo>
                  <a:pt x="133257" y="1646029"/>
                  <a:pt x="136744" y="1617240"/>
                  <a:pt x="128016" y="1591056"/>
                </a:cubicBezTo>
                <a:cubicBezTo>
                  <a:pt x="105994" y="1524991"/>
                  <a:pt x="68725" y="1464761"/>
                  <a:pt x="45720" y="1399032"/>
                </a:cubicBezTo>
                <a:cubicBezTo>
                  <a:pt x="25937" y="1342510"/>
                  <a:pt x="15240" y="1283208"/>
                  <a:pt x="0" y="1225296"/>
                </a:cubicBezTo>
                <a:cubicBezTo>
                  <a:pt x="24384" y="1176528"/>
                  <a:pt x="44101" y="1125132"/>
                  <a:pt x="73152" y="1078992"/>
                </a:cubicBezTo>
                <a:cubicBezTo>
                  <a:pt x="96234" y="1042333"/>
                  <a:pt x="146293" y="1020750"/>
                  <a:pt x="155448" y="978408"/>
                </a:cubicBezTo>
                <a:cubicBezTo>
                  <a:pt x="171747" y="903026"/>
                  <a:pt x="150380" y="769197"/>
                  <a:pt x="137160" y="676656"/>
                </a:cubicBezTo>
                <a:cubicBezTo>
                  <a:pt x="173736" y="633984"/>
                  <a:pt x="210908" y="591816"/>
                  <a:pt x="246888" y="548640"/>
                </a:cubicBezTo>
                <a:cubicBezTo>
                  <a:pt x="256644" y="536932"/>
                  <a:pt x="261397" y="520141"/>
                  <a:pt x="274320" y="512064"/>
                </a:cubicBezTo>
                <a:cubicBezTo>
                  <a:pt x="311327" y="488934"/>
                  <a:pt x="353568" y="475488"/>
                  <a:pt x="393192" y="457200"/>
                </a:cubicBezTo>
                <a:cubicBezTo>
                  <a:pt x="390144" y="438912"/>
                  <a:pt x="382001" y="420763"/>
                  <a:pt x="384048" y="402336"/>
                </a:cubicBezTo>
                <a:cubicBezTo>
                  <a:pt x="385262" y="391413"/>
                  <a:pt x="392794" y="380356"/>
                  <a:pt x="402336" y="374904"/>
                </a:cubicBezTo>
                <a:cubicBezTo>
                  <a:pt x="598030" y="263079"/>
                  <a:pt x="591583" y="255756"/>
                  <a:pt x="768096" y="237744"/>
                </a:cubicBezTo>
                <a:cubicBezTo>
                  <a:pt x="874614" y="226875"/>
                  <a:pt x="981273" y="216991"/>
                  <a:pt x="1088136" y="210312"/>
                </a:cubicBezTo>
                <a:cubicBezTo>
                  <a:pt x="1225164" y="201748"/>
                  <a:pt x="1362456" y="198120"/>
                  <a:pt x="1499616" y="192024"/>
                </a:cubicBezTo>
                <a:cubicBezTo>
                  <a:pt x="1572768" y="170688"/>
                  <a:pt x="1647803" y="154983"/>
                  <a:pt x="1719072" y="128016"/>
                </a:cubicBezTo>
                <a:cubicBezTo>
                  <a:pt x="1761163" y="112090"/>
                  <a:pt x="1794608" y="76142"/>
                  <a:pt x="1837944" y="64008"/>
                </a:cubicBezTo>
                <a:cubicBezTo>
                  <a:pt x="1948470" y="33061"/>
                  <a:pt x="2063496" y="21336"/>
                  <a:pt x="2176272" y="0"/>
                </a:cubicBezTo>
                <a:cubicBezTo>
                  <a:pt x="2305328" y="18437"/>
                  <a:pt x="2382968" y="16480"/>
                  <a:pt x="2496312" y="73152"/>
                </a:cubicBezTo>
                <a:cubicBezTo>
                  <a:pt x="2553822" y="101907"/>
                  <a:pt x="2606659" y="139216"/>
                  <a:pt x="2660904" y="173736"/>
                </a:cubicBezTo>
                <a:cubicBezTo>
                  <a:pt x="2673761" y="181918"/>
                  <a:pt x="2682980" y="196477"/>
                  <a:pt x="2697480" y="201168"/>
                </a:cubicBezTo>
                <a:cubicBezTo>
                  <a:pt x="2787520" y="230299"/>
                  <a:pt x="2880360" y="249936"/>
                  <a:pt x="2971800" y="274320"/>
                </a:cubicBezTo>
                <a:cubicBezTo>
                  <a:pt x="2987040" y="298704"/>
                  <a:pt x="3005470" y="321364"/>
                  <a:pt x="3017520" y="347472"/>
                </a:cubicBezTo>
                <a:cubicBezTo>
                  <a:pt x="3024033" y="361583"/>
                  <a:pt x="3013982" y="384209"/>
                  <a:pt x="3026664" y="393192"/>
                </a:cubicBezTo>
                <a:cubicBezTo>
                  <a:pt x="3091189" y="438897"/>
                  <a:pt x="3166872" y="466344"/>
                  <a:pt x="3236976" y="502920"/>
                </a:cubicBezTo>
                <a:cubicBezTo>
                  <a:pt x="3200400" y="527304"/>
                  <a:pt x="3143181" y="535102"/>
                  <a:pt x="3127248" y="576072"/>
                </a:cubicBezTo>
                <a:cubicBezTo>
                  <a:pt x="3107477" y="626913"/>
                  <a:pt x="3178043" y="671318"/>
                  <a:pt x="3209544" y="694944"/>
                </a:cubicBezTo>
                <a:cubicBezTo>
                  <a:pt x="3206496" y="716280"/>
                  <a:pt x="3198255" y="737506"/>
                  <a:pt x="3200400" y="758952"/>
                </a:cubicBezTo>
                <a:cubicBezTo>
                  <a:pt x="3203178" y="786733"/>
                  <a:pt x="3281450" y="831214"/>
                  <a:pt x="3282696" y="832104"/>
                </a:cubicBezTo>
                <a:cubicBezTo>
                  <a:pt x="3153863" y="931206"/>
                  <a:pt x="3151699" y="875046"/>
                  <a:pt x="3172968" y="960120"/>
                </a:cubicBezTo>
                <a:cubicBezTo>
                  <a:pt x="3060233" y="978909"/>
                  <a:pt x="3100321" y="978408"/>
                  <a:pt x="3054096" y="978408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4B04C01-8EC1-E887-C5F3-17D78A024C48}"/>
              </a:ext>
            </a:extLst>
          </p:cNvPr>
          <p:cNvSpPr txBox="1"/>
          <p:nvPr/>
        </p:nvSpPr>
        <p:spPr>
          <a:xfrm>
            <a:off x="8868709" y="534586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DIO27</a:t>
            </a:r>
            <a:endParaRPr lang="en-US" dirty="0"/>
          </a:p>
        </p:txBody>
      </p: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8FD7D833-F337-13F3-B51D-341D818EB549}"/>
              </a:ext>
            </a:extLst>
          </p:cNvPr>
          <p:cNvSpPr/>
          <p:nvPr/>
        </p:nvSpPr>
        <p:spPr>
          <a:xfrm>
            <a:off x="6702552" y="4791456"/>
            <a:ext cx="2487208" cy="740914"/>
          </a:xfrm>
          <a:custGeom>
            <a:avLst/>
            <a:gdLst>
              <a:gd name="csX0" fmla="*/ 0 w 2487208"/>
              <a:gd name="csY0" fmla="*/ 621792 h 740914"/>
              <a:gd name="csX1" fmla="*/ 45720 w 2487208"/>
              <a:gd name="csY1" fmla="*/ 612648 h 740914"/>
              <a:gd name="csX2" fmla="*/ 475488 w 2487208"/>
              <a:gd name="csY2" fmla="*/ 630936 h 740914"/>
              <a:gd name="csX3" fmla="*/ 822960 w 2487208"/>
              <a:gd name="csY3" fmla="*/ 722376 h 740914"/>
              <a:gd name="csX4" fmla="*/ 923544 w 2487208"/>
              <a:gd name="csY4" fmla="*/ 713232 h 740914"/>
              <a:gd name="csX5" fmla="*/ 1069848 w 2487208"/>
              <a:gd name="csY5" fmla="*/ 740664 h 740914"/>
              <a:gd name="csX6" fmla="*/ 1124712 w 2487208"/>
              <a:gd name="csY6" fmla="*/ 731520 h 740914"/>
              <a:gd name="csX7" fmla="*/ 1399032 w 2487208"/>
              <a:gd name="csY7" fmla="*/ 676656 h 740914"/>
              <a:gd name="csX8" fmla="*/ 1481328 w 2487208"/>
              <a:gd name="csY8" fmla="*/ 630936 h 740914"/>
              <a:gd name="csX9" fmla="*/ 1636776 w 2487208"/>
              <a:gd name="csY9" fmla="*/ 566928 h 740914"/>
              <a:gd name="csX10" fmla="*/ 1746504 w 2487208"/>
              <a:gd name="csY10" fmla="*/ 512064 h 740914"/>
              <a:gd name="csX11" fmla="*/ 1929384 w 2487208"/>
              <a:gd name="csY11" fmla="*/ 539496 h 740914"/>
              <a:gd name="csX12" fmla="*/ 2011680 w 2487208"/>
              <a:gd name="csY12" fmla="*/ 530352 h 740914"/>
              <a:gd name="csX13" fmla="*/ 2240280 w 2487208"/>
              <a:gd name="csY13" fmla="*/ 493776 h 740914"/>
              <a:gd name="csX14" fmla="*/ 2423160 w 2487208"/>
              <a:gd name="csY14" fmla="*/ 457200 h 740914"/>
              <a:gd name="csX15" fmla="*/ 2432304 w 2487208"/>
              <a:gd name="csY15" fmla="*/ 347472 h 740914"/>
              <a:gd name="csX16" fmla="*/ 2450592 w 2487208"/>
              <a:gd name="csY16" fmla="*/ 246888 h 740914"/>
              <a:gd name="csX17" fmla="*/ 2459736 w 2487208"/>
              <a:gd name="csY17" fmla="*/ 182880 h 740914"/>
              <a:gd name="csX18" fmla="*/ 2441448 w 2487208"/>
              <a:gd name="csY18" fmla="*/ 146304 h 740914"/>
              <a:gd name="csX19" fmla="*/ 2450592 w 2487208"/>
              <a:gd name="csY19" fmla="*/ 27432 h 740914"/>
              <a:gd name="csX20" fmla="*/ 2487168 w 2487208"/>
              <a:gd name="csY20" fmla="*/ 0 h 7409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2487208" h="740914">
                <a:moveTo>
                  <a:pt x="0" y="621792"/>
                </a:moveTo>
                <a:cubicBezTo>
                  <a:pt x="15240" y="618744"/>
                  <a:pt x="30178" y="612648"/>
                  <a:pt x="45720" y="612648"/>
                </a:cubicBezTo>
                <a:cubicBezTo>
                  <a:pt x="280141" y="612648"/>
                  <a:pt x="301467" y="616434"/>
                  <a:pt x="475488" y="630936"/>
                </a:cubicBezTo>
                <a:cubicBezTo>
                  <a:pt x="618705" y="681062"/>
                  <a:pt x="674029" y="712105"/>
                  <a:pt x="822960" y="722376"/>
                </a:cubicBezTo>
                <a:cubicBezTo>
                  <a:pt x="856546" y="724692"/>
                  <a:pt x="890016" y="716280"/>
                  <a:pt x="923544" y="713232"/>
                </a:cubicBezTo>
                <a:cubicBezTo>
                  <a:pt x="972312" y="722376"/>
                  <a:pt x="1020434" y="736172"/>
                  <a:pt x="1069848" y="740664"/>
                </a:cubicBezTo>
                <a:cubicBezTo>
                  <a:pt x="1088312" y="742343"/>
                  <a:pt x="1106532" y="735156"/>
                  <a:pt x="1124712" y="731520"/>
                </a:cubicBezTo>
                <a:cubicBezTo>
                  <a:pt x="1421720" y="672118"/>
                  <a:pt x="1255723" y="700541"/>
                  <a:pt x="1399032" y="676656"/>
                </a:cubicBezTo>
                <a:cubicBezTo>
                  <a:pt x="1426464" y="661416"/>
                  <a:pt x="1452835" y="644086"/>
                  <a:pt x="1481328" y="630936"/>
                </a:cubicBezTo>
                <a:cubicBezTo>
                  <a:pt x="1532207" y="607453"/>
                  <a:pt x="1588725" y="595759"/>
                  <a:pt x="1636776" y="566928"/>
                </a:cubicBezTo>
                <a:cubicBezTo>
                  <a:pt x="1702401" y="527553"/>
                  <a:pt x="1666160" y="546497"/>
                  <a:pt x="1746504" y="512064"/>
                </a:cubicBezTo>
                <a:cubicBezTo>
                  <a:pt x="1824498" y="531562"/>
                  <a:pt x="1839534" y="539496"/>
                  <a:pt x="1929384" y="539496"/>
                </a:cubicBezTo>
                <a:cubicBezTo>
                  <a:pt x="1956985" y="539496"/>
                  <a:pt x="1984248" y="533400"/>
                  <a:pt x="2011680" y="530352"/>
                </a:cubicBezTo>
                <a:cubicBezTo>
                  <a:pt x="2132328" y="470028"/>
                  <a:pt x="2006661" y="523727"/>
                  <a:pt x="2240280" y="493776"/>
                </a:cubicBezTo>
                <a:cubicBezTo>
                  <a:pt x="2301943" y="485871"/>
                  <a:pt x="2362200" y="469392"/>
                  <a:pt x="2423160" y="457200"/>
                </a:cubicBezTo>
                <a:cubicBezTo>
                  <a:pt x="2426208" y="420624"/>
                  <a:pt x="2427557" y="383866"/>
                  <a:pt x="2432304" y="347472"/>
                </a:cubicBezTo>
                <a:cubicBezTo>
                  <a:pt x="2436712" y="313681"/>
                  <a:pt x="2444990" y="280502"/>
                  <a:pt x="2450592" y="246888"/>
                </a:cubicBezTo>
                <a:cubicBezTo>
                  <a:pt x="2454135" y="225629"/>
                  <a:pt x="2456688" y="204216"/>
                  <a:pt x="2459736" y="182880"/>
                </a:cubicBezTo>
                <a:cubicBezTo>
                  <a:pt x="2453640" y="170688"/>
                  <a:pt x="2445035" y="159455"/>
                  <a:pt x="2441448" y="146304"/>
                </a:cubicBezTo>
                <a:cubicBezTo>
                  <a:pt x="2431020" y="108067"/>
                  <a:pt x="2424199" y="62623"/>
                  <a:pt x="2450592" y="27432"/>
                </a:cubicBezTo>
                <a:cubicBezTo>
                  <a:pt x="2489894" y="-24971"/>
                  <a:pt x="2487168" y="30099"/>
                  <a:pt x="2487168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63D3A33-211E-FD66-D303-1C18020C2E13}"/>
              </a:ext>
            </a:extLst>
          </p:cNvPr>
          <p:cNvSpPr txBox="1"/>
          <p:nvPr/>
        </p:nvSpPr>
        <p:spPr>
          <a:xfrm>
            <a:off x="8581381" y="5012696"/>
            <a:ext cx="8739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DIO25</a:t>
            </a:r>
            <a:br>
              <a:rPr lang="en-GB" dirty="0"/>
            </a:br>
            <a:r>
              <a:rPr lang="en-GB" dirty="0"/>
              <a:t>Enable</a:t>
            </a:r>
            <a:endParaRPr lang="en-US" dirty="0"/>
          </a:p>
        </p:txBody>
      </p: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803A7EF3-F12F-29EC-4D35-40F3FD2363C2}"/>
              </a:ext>
            </a:extLst>
          </p:cNvPr>
          <p:cNvSpPr/>
          <p:nvPr/>
        </p:nvSpPr>
        <p:spPr>
          <a:xfrm>
            <a:off x="6547104" y="4754880"/>
            <a:ext cx="3575304" cy="1197864"/>
          </a:xfrm>
          <a:custGeom>
            <a:avLst/>
            <a:gdLst>
              <a:gd name="csX0" fmla="*/ 0 w 3575304"/>
              <a:gd name="csY0" fmla="*/ 850392 h 1197864"/>
              <a:gd name="csX1" fmla="*/ 45720 w 3575304"/>
              <a:gd name="csY1" fmla="*/ 896112 h 1197864"/>
              <a:gd name="csX2" fmla="*/ 64008 w 3575304"/>
              <a:gd name="csY2" fmla="*/ 932688 h 1197864"/>
              <a:gd name="csX3" fmla="*/ 219456 w 3575304"/>
              <a:gd name="csY3" fmla="*/ 1024128 h 1197864"/>
              <a:gd name="csX4" fmla="*/ 448056 w 3575304"/>
              <a:gd name="csY4" fmla="*/ 1097280 h 1197864"/>
              <a:gd name="csX5" fmla="*/ 841248 w 3575304"/>
              <a:gd name="csY5" fmla="*/ 1115568 h 1197864"/>
              <a:gd name="csX6" fmla="*/ 950976 w 3575304"/>
              <a:gd name="csY6" fmla="*/ 1143000 h 1197864"/>
              <a:gd name="csX7" fmla="*/ 1005840 w 3575304"/>
              <a:gd name="csY7" fmla="*/ 1170432 h 1197864"/>
              <a:gd name="csX8" fmla="*/ 1197864 w 3575304"/>
              <a:gd name="csY8" fmla="*/ 1179576 h 1197864"/>
              <a:gd name="csX9" fmla="*/ 1408176 w 3575304"/>
              <a:gd name="csY9" fmla="*/ 1170432 h 1197864"/>
              <a:gd name="csX10" fmla="*/ 1792224 w 3575304"/>
              <a:gd name="csY10" fmla="*/ 1188720 h 1197864"/>
              <a:gd name="csX11" fmla="*/ 2231136 w 3575304"/>
              <a:gd name="csY11" fmla="*/ 1197864 h 1197864"/>
              <a:gd name="csX12" fmla="*/ 2624328 w 3575304"/>
              <a:gd name="csY12" fmla="*/ 1179576 h 1197864"/>
              <a:gd name="csX13" fmla="*/ 2916936 w 3575304"/>
              <a:gd name="csY13" fmla="*/ 1170432 h 1197864"/>
              <a:gd name="csX14" fmla="*/ 3008376 w 3575304"/>
              <a:gd name="csY14" fmla="*/ 1133856 h 1197864"/>
              <a:gd name="csX15" fmla="*/ 3236976 w 3575304"/>
              <a:gd name="csY15" fmla="*/ 1115568 h 1197864"/>
              <a:gd name="csX16" fmla="*/ 3374136 w 3575304"/>
              <a:gd name="csY16" fmla="*/ 1051560 h 1197864"/>
              <a:gd name="csX17" fmla="*/ 3401568 w 3575304"/>
              <a:gd name="csY17" fmla="*/ 950976 h 1197864"/>
              <a:gd name="csX18" fmla="*/ 3493008 w 3575304"/>
              <a:gd name="csY18" fmla="*/ 877824 h 1197864"/>
              <a:gd name="csX19" fmla="*/ 3557016 w 3575304"/>
              <a:gd name="csY19" fmla="*/ 758952 h 1197864"/>
              <a:gd name="csX20" fmla="*/ 3575304 w 3575304"/>
              <a:gd name="csY20" fmla="*/ 694944 h 1197864"/>
              <a:gd name="csX21" fmla="*/ 3529584 w 3575304"/>
              <a:gd name="csY21" fmla="*/ 612648 h 1197864"/>
              <a:gd name="csX22" fmla="*/ 3511296 w 3575304"/>
              <a:gd name="csY22" fmla="*/ 576072 h 1197864"/>
              <a:gd name="csX23" fmla="*/ 3447288 w 3575304"/>
              <a:gd name="csY23" fmla="*/ 493776 h 1197864"/>
              <a:gd name="csX24" fmla="*/ 3447288 w 3575304"/>
              <a:gd name="csY24" fmla="*/ 402336 h 1197864"/>
              <a:gd name="csX25" fmla="*/ 3438144 w 3575304"/>
              <a:gd name="csY25" fmla="*/ 365760 h 1197864"/>
              <a:gd name="csX26" fmla="*/ 3410712 w 3575304"/>
              <a:gd name="csY26" fmla="*/ 274320 h 1197864"/>
              <a:gd name="csX27" fmla="*/ 3419856 w 3575304"/>
              <a:gd name="csY27" fmla="*/ 219456 h 1197864"/>
              <a:gd name="csX28" fmla="*/ 3429000 w 3575304"/>
              <a:gd name="csY28" fmla="*/ 173736 h 1197864"/>
              <a:gd name="csX29" fmla="*/ 3383280 w 3575304"/>
              <a:gd name="csY29" fmla="*/ 91440 h 1197864"/>
              <a:gd name="csX30" fmla="*/ 3410712 w 3575304"/>
              <a:gd name="csY30" fmla="*/ 64008 h 1197864"/>
              <a:gd name="csX31" fmla="*/ 3438144 w 3575304"/>
              <a:gd name="csY31" fmla="*/ 45720 h 1197864"/>
              <a:gd name="csX32" fmla="*/ 3474720 w 3575304"/>
              <a:gd name="csY32" fmla="*/ 0 h 11978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</a:cxnLst>
            <a:rect l="l" t="t" r="r" b="b"/>
            <a:pathLst>
              <a:path w="3575304" h="1197864">
                <a:moveTo>
                  <a:pt x="0" y="850392"/>
                </a:moveTo>
                <a:cubicBezTo>
                  <a:pt x="15240" y="865632"/>
                  <a:pt x="32488" y="879099"/>
                  <a:pt x="45720" y="896112"/>
                </a:cubicBezTo>
                <a:cubicBezTo>
                  <a:pt x="54089" y="906872"/>
                  <a:pt x="53034" y="924602"/>
                  <a:pt x="64008" y="932688"/>
                </a:cubicBezTo>
                <a:cubicBezTo>
                  <a:pt x="112405" y="968349"/>
                  <a:pt x="167529" y="993837"/>
                  <a:pt x="219456" y="1024128"/>
                </a:cubicBezTo>
                <a:cubicBezTo>
                  <a:pt x="308433" y="1076032"/>
                  <a:pt x="313972" y="1084091"/>
                  <a:pt x="448056" y="1097280"/>
                </a:cubicBezTo>
                <a:cubicBezTo>
                  <a:pt x="578632" y="1110123"/>
                  <a:pt x="710184" y="1109472"/>
                  <a:pt x="841248" y="1115568"/>
                </a:cubicBezTo>
                <a:cubicBezTo>
                  <a:pt x="877824" y="1124712"/>
                  <a:pt x="915209" y="1131078"/>
                  <a:pt x="950976" y="1143000"/>
                </a:cubicBezTo>
                <a:cubicBezTo>
                  <a:pt x="970373" y="1149466"/>
                  <a:pt x="985614" y="1167436"/>
                  <a:pt x="1005840" y="1170432"/>
                </a:cubicBezTo>
                <a:cubicBezTo>
                  <a:pt x="1069229" y="1179823"/>
                  <a:pt x="1133856" y="1176528"/>
                  <a:pt x="1197864" y="1179576"/>
                </a:cubicBezTo>
                <a:cubicBezTo>
                  <a:pt x="1267968" y="1176528"/>
                  <a:pt x="1338006" y="1170432"/>
                  <a:pt x="1408176" y="1170432"/>
                </a:cubicBezTo>
                <a:cubicBezTo>
                  <a:pt x="1457588" y="1170432"/>
                  <a:pt x="1735735" y="1187059"/>
                  <a:pt x="1792224" y="1188720"/>
                </a:cubicBezTo>
                <a:lnTo>
                  <a:pt x="2231136" y="1197864"/>
                </a:lnTo>
                <a:lnTo>
                  <a:pt x="2624328" y="1179576"/>
                </a:lnTo>
                <a:cubicBezTo>
                  <a:pt x="2721834" y="1175676"/>
                  <a:pt x="2820037" y="1181968"/>
                  <a:pt x="2916936" y="1170432"/>
                </a:cubicBezTo>
                <a:cubicBezTo>
                  <a:pt x="2949534" y="1166551"/>
                  <a:pt x="2976020" y="1139403"/>
                  <a:pt x="3008376" y="1133856"/>
                </a:cubicBezTo>
                <a:cubicBezTo>
                  <a:pt x="3083720" y="1120940"/>
                  <a:pt x="3160776" y="1121664"/>
                  <a:pt x="3236976" y="1115568"/>
                </a:cubicBezTo>
                <a:cubicBezTo>
                  <a:pt x="3268575" y="1106088"/>
                  <a:pt x="3351733" y="1093565"/>
                  <a:pt x="3374136" y="1051560"/>
                </a:cubicBezTo>
                <a:cubicBezTo>
                  <a:pt x="3390490" y="1020896"/>
                  <a:pt x="3383948" y="980930"/>
                  <a:pt x="3401568" y="950976"/>
                </a:cubicBezTo>
                <a:cubicBezTo>
                  <a:pt x="3414905" y="928303"/>
                  <a:pt x="3465274" y="896313"/>
                  <a:pt x="3493008" y="877824"/>
                </a:cubicBezTo>
                <a:cubicBezTo>
                  <a:pt x="3517051" y="837753"/>
                  <a:pt x="3539206" y="803476"/>
                  <a:pt x="3557016" y="758952"/>
                </a:cubicBezTo>
                <a:cubicBezTo>
                  <a:pt x="3565257" y="738349"/>
                  <a:pt x="3569208" y="716280"/>
                  <a:pt x="3575304" y="694944"/>
                </a:cubicBezTo>
                <a:cubicBezTo>
                  <a:pt x="3560064" y="667512"/>
                  <a:pt x="3544462" y="640278"/>
                  <a:pt x="3529584" y="612648"/>
                </a:cubicBezTo>
                <a:cubicBezTo>
                  <a:pt x="3523122" y="600646"/>
                  <a:pt x="3519055" y="587279"/>
                  <a:pt x="3511296" y="576072"/>
                </a:cubicBezTo>
                <a:cubicBezTo>
                  <a:pt x="3491515" y="547499"/>
                  <a:pt x="3468624" y="521208"/>
                  <a:pt x="3447288" y="493776"/>
                </a:cubicBezTo>
                <a:cubicBezTo>
                  <a:pt x="3422904" y="371856"/>
                  <a:pt x="3447288" y="524256"/>
                  <a:pt x="3447288" y="402336"/>
                </a:cubicBezTo>
                <a:cubicBezTo>
                  <a:pt x="3447288" y="389769"/>
                  <a:pt x="3440609" y="378083"/>
                  <a:pt x="3438144" y="365760"/>
                </a:cubicBezTo>
                <a:cubicBezTo>
                  <a:pt x="3422964" y="289860"/>
                  <a:pt x="3440082" y="333059"/>
                  <a:pt x="3410712" y="274320"/>
                </a:cubicBezTo>
                <a:cubicBezTo>
                  <a:pt x="3413760" y="256032"/>
                  <a:pt x="3416539" y="237697"/>
                  <a:pt x="3419856" y="219456"/>
                </a:cubicBezTo>
                <a:cubicBezTo>
                  <a:pt x="3422636" y="204165"/>
                  <a:pt x="3433270" y="188680"/>
                  <a:pt x="3429000" y="173736"/>
                </a:cubicBezTo>
                <a:cubicBezTo>
                  <a:pt x="3420379" y="143562"/>
                  <a:pt x="3398520" y="118872"/>
                  <a:pt x="3383280" y="91440"/>
                </a:cubicBezTo>
                <a:cubicBezTo>
                  <a:pt x="3392424" y="82296"/>
                  <a:pt x="3400778" y="72287"/>
                  <a:pt x="3410712" y="64008"/>
                </a:cubicBezTo>
                <a:cubicBezTo>
                  <a:pt x="3419155" y="56973"/>
                  <a:pt x="3432048" y="54864"/>
                  <a:pt x="3438144" y="45720"/>
                </a:cubicBezTo>
                <a:cubicBezTo>
                  <a:pt x="3474229" y="-8408"/>
                  <a:pt x="3416496" y="19408"/>
                  <a:pt x="3474720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47FFD3A-20CE-D810-E891-D06DF6595DC5}"/>
              </a:ext>
            </a:extLst>
          </p:cNvPr>
          <p:cNvSpPr txBox="1"/>
          <p:nvPr/>
        </p:nvSpPr>
        <p:spPr>
          <a:xfrm>
            <a:off x="9631286" y="5067222"/>
            <a:ext cx="8295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DIO34</a:t>
            </a:r>
            <a:br>
              <a:rPr lang="en-GB" dirty="0"/>
            </a:br>
            <a:r>
              <a:rPr lang="en-GB" dirty="0"/>
              <a:t>detect</a:t>
            </a:r>
            <a:endParaRPr lang="en-US" dirty="0"/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22593ED2-1815-52EE-E627-A91D6B2EE367}"/>
              </a:ext>
            </a:extLst>
          </p:cNvPr>
          <p:cNvCxnSpPr/>
          <p:nvPr/>
        </p:nvCxnSpPr>
        <p:spPr>
          <a:xfrm>
            <a:off x="10250110" y="1517904"/>
            <a:ext cx="51237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24A731BC-09EE-C610-655C-25ECB5F4A685}"/>
              </a:ext>
            </a:extLst>
          </p:cNvPr>
          <p:cNvCxnSpPr/>
          <p:nvPr/>
        </p:nvCxnSpPr>
        <p:spPr>
          <a:xfrm>
            <a:off x="10250110" y="1652016"/>
            <a:ext cx="51237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Freeform: Shape 79">
            <a:extLst>
              <a:ext uri="{FF2B5EF4-FFF2-40B4-BE49-F238E27FC236}">
                <a16:creationId xmlns:a16="http://schemas.microsoft.com/office/drawing/2014/main" id="{F18DD947-2675-5325-7D92-46C7E18D9726}"/>
              </a:ext>
            </a:extLst>
          </p:cNvPr>
          <p:cNvSpPr/>
          <p:nvPr/>
        </p:nvSpPr>
        <p:spPr>
          <a:xfrm>
            <a:off x="7726680" y="1709928"/>
            <a:ext cx="3246120" cy="4471416"/>
          </a:xfrm>
          <a:custGeom>
            <a:avLst/>
            <a:gdLst>
              <a:gd name="csX0" fmla="*/ 0 w 3246120"/>
              <a:gd name="csY0" fmla="*/ 3557016 h 4471416"/>
              <a:gd name="csX1" fmla="*/ 173736 w 3246120"/>
              <a:gd name="csY1" fmla="*/ 4041648 h 4471416"/>
              <a:gd name="csX2" fmla="*/ 274320 w 3246120"/>
              <a:gd name="csY2" fmla="*/ 4114800 h 4471416"/>
              <a:gd name="csX3" fmla="*/ 512064 w 3246120"/>
              <a:gd name="csY3" fmla="*/ 4206240 h 4471416"/>
              <a:gd name="csX4" fmla="*/ 539496 w 3246120"/>
              <a:gd name="csY4" fmla="*/ 4224528 h 4471416"/>
              <a:gd name="csX5" fmla="*/ 804672 w 3246120"/>
              <a:gd name="csY5" fmla="*/ 4279392 h 4471416"/>
              <a:gd name="csX6" fmla="*/ 1124712 w 3246120"/>
              <a:gd name="csY6" fmla="*/ 4306824 h 4471416"/>
              <a:gd name="csX7" fmla="*/ 1152144 w 3246120"/>
              <a:gd name="csY7" fmla="*/ 4315968 h 4471416"/>
              <a:gd name="csX8" fmla="*/ 1645920 w 3246120"/>
              <a:gd name="csY8" fmla="*/ 4398264 h 4471416"/>
              <a:gd name="csX9" fmla="*/ 1691640 w 3246120"/>
              <a:gd name="csY9" fmla="*/ 4416552 h 4471416"/>
              <a:gd name="csX10" fmla="*/ 2048256 w 3246120"/>
              <a:gd name="csY10" fmla="*/ 4471416 h 4471416"/>
              <a:gd name="csX11" fmla="*/ 2240280 w 3246120"/>
              <a:gd name="csY11" fmla="*/ 4462272 h 4471416"/>
              <a:gd name="csX12" fmla="*/ 2340864 w 3246120"/>
              <a:gd name="csY12" fmla="*/ 4453128 h 4471416"/>
              <a:gd name="csX13" fmla="*/ 2459736 w 3246120"/>
              <a:gd name="csY13" fmla="*/ 4416552 h 4471416"/>
              <a:gd name="csX14" fmla="*/ 2724912 w 3246120"/>
              <a:gd name="csY14" fmla="*/ 4370832 h 4471416"/>
              <a:gd name="csX15" fmla="*/ 2816352 w 3246120"/>
              <a:gd name="csY15" fmla="*/ 4334256 h 4471416"/>
              <a:gd name="csX16" fmla="*/ 2880360 w 3246120"/>
              <a:gd name="csY16" fmla="*/ 4233672 h 4471416"/>
              <a:gd name="csX17" fmla="*/ 3182112 w 3246120"/>
              <a:gd name="csY17" fmla="*/ 4133088 h 4471416"/>
              <a:gd name="csX18" fmla="*/ 3218688 w 3246120"/>
              <a:gd name="csY18" fmla="*/ 3858768 h 4471416"/>
              <a:gd name="csX19" fmla="*/ 3246120 w 3246120"/>
              <a:gd name="csY19" fmla="*/ 3593592 h 4471416"/>
              <a:gd name="csX20" fmla="*/ 3200400 w 3246120"/>
              <a:gd name="csY20" fmla="*/ 3529584 h 4471416"/>
              <a:gd name="csX21" fmla="*/ 3081528 w 3246120"/>
              <a:gd name="csY21" fmla="*/ 3008376 h 4471416"/>
              <a:gd name="csX22" fmla="*/ 3163824 w 3246120"/>
              <a:gd name="csY22" fmla="*/ 2688336 h 4471416"/>
              <a:gd name="csX23" fmla="*/ 3035808 w 3246120"/>
              <a:gd name="csY23" fmla="*/ 2450592 h 4471416"/>
              <a:gd name="csX24" fmla="*/ 2880360 w 3246120"/>
              <a:gd name="csY24" fmla="*/ 2002536 h 4471416"/>
              <a:gd name="csX25" fmla="*/ 2862072 w 3246120"/>
              <a:gd name="csY25" fmla="*/ 1883664 h 4471416"/>
              <a:gd name="csX26" fmla="*/ 2743200 w 3246120"/>
              <a:gd name="csY26" fmla="*/ 1801368 h 4471416"/>
              <a:gd name="csX27" fmla="*/ 2907792 w 3246120"/>
              <a:gd name="csY27" fmla="*/ 1051560 h 4471416"/>
              <a:gd name="csX28" fmla="*/ 2980944 w 3246120"/>
              <a:gd name="csY28" fmla="*/ 996696 h 4471416"/>
              <a:gd name="csX29" fmla="*/ 2990088 w 3246120"/>
              <a:gd name="csY29" fmla="*/ 960120 h 4471416"/>
              <a:gd name="csX30" fmla="*/ 2990088 w 3246120"/>
              <a:gd name="csY30" fmla="*/ 786384 h 4471416"/>
              <a:gd name="csX31" fmla="*/ 2962656 w 3246120"/>
              <a:gd name="csY31" fmla="*/ 731520 h 4471416"/>
              <a:gd name="csX32" fmla="*/ 3008376 w 3246120"/>
              <a:gd name="csY32" fmla="*/ 521208 h 4471416"/>
              <a:gd name="csX33" fmla="*/ 3026664 w 3246120"/>
              <a:gd name="csY33" fmla="*/ 475488 h 4471416"/>
              <a:gd name="csX34" fmla="*/ 3182112 w 3246120"/>
              <a:gd name="csY34" fmla="*/ 365760 h 4471416"/>
              <a:gd name="csX35" fmla="*/ 3081528 w 3246120"/>
              <a:gd name="csY35" fmla="*/ 274320 h 4471416"/>
              <a:gd name="csX36" fmla="*/ 3099816 w 3246120"/>
              <a:gd name="csY36" fmla="*/ 201168 h 4471416"/>
              <a:gd name="csX37" fmla="*/ 3127248 w 3246120"/>
              <a:gd name="csY37" fmla="*/ 118872 h 4471416"/>
              <a:gd name="csX38" fmla="*/ 3136392 w 3246120"/>
              <a:gd name="csY38" fmla="*/ 64008 h 4471416"/>
              <a:gd name="csX39" fmla="*/ 3209544 w 3246120"/>
              <a:gd name="csY39" fmla="*/ 18288 h 4471416"/>
              <a:gd name="csX40" fmla="*/ 3227832 w 3246120"/>
              <a:gd name="csY40" fmla="*/ 0 h 44714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</a:cxnLst>
            <a:rect l="l" t="t" r="r" b="b"/>
            <a:pathLst>
              <a:path w="3246120" h="4471416">
                <a:moveTo>
                  <a:pt x="0" y="3557016"/>
                </a:moveTo>
                <a:cubicBezTo>
                  <a:pt x="254953" y="3910028"/>
                  <a:pt x="-8849" y="3493893"/>
                  <a:pt x="173736" y="4041648"/>
                </a:cubicBezTo>
                <a:cubicBezTo>
                  <a:pt x="192375" y="4097565"/>
                  <a:pt x="234525" y="4099705"/>
                  <a:pt x="274320" y="4114800"/>
                </a:cubicBezTo>
                <a:cubicBezTo>
                  <a:pt x="353708" y="4144913"/>
                  <a:pt x="433608" y="4173775"/>
                  <a:pt x="512064" y="4206240"/>
                </a:cubicBezTo>
                <a:cubicBezTo>
                  <a:pt x="522219" y="4210442"/>
                  <a:pt x="528929" y="4221509"/>
                  <a:pt x="539496" y="4224528"/>
                </a:cubicBezTo>
                <a:cubicBezTo>
                  <a:pt x="560192" y="4230441"/>
                  <a:pt x="756213" y="4274125"/>
                  <a:pt x="804672" y="4279392"/>
                </a:cubicBezTo>
                <a:cubicBezTo>
                  <a:pt x="911116" y="4290962"/>
                  <a:pt x="1018032" y="4297680"/>
                  <a:pt x="1124712" y="4306824"/>
                </a:cubicBezTo>
                <a:cubicBezTo>
                  <a:pt x="1133856" y="4309872"/>
                  <a:pt x="1142650" y="4314302"/>
                  <a:pt x="1152144" y="4315968"/>
                </a:cubicBezTo>
                <a:lnTo>
                  <a:pt x="1645920" y="4398264"/>
                </a:lnTo>
                <a:cubicBezTo>
                  <a:pt x="1661160" y="4404360"/>
                  <a:pt x="1675460" y="4413790"/>
                  <a:pt x="1691640" y="4416552"/>
                </a:cubicBezTo>
                <a:cubicBezTo>
                  <a:pt x="2096706" y="4485710"/>
                  <a:pt x="1909956" y="4425316"/>
                  <a:pt x="2048256" y="4471416"/>
                </a:cubicBezTo>
                <a:lnTo>
                  <a:pt x="2240280" y="4462272"/>
                </a:lnTo>
                <a:cubicBezTo>
                  <a:pt x="2273881" y="4460172"/>
                  <a:pt x="2307905" y="4459994"/>
                  <a:pt x="2340864" y="4453128"/>
                </a:cubicBezTo>
                <a:cubicBezTo>
                  <a:pt x="2381450" y="4444673"/>
                  <a:pt x="2419199" y="4425239"/>
                  <a:pt x="2459736" y="4416552"/>
                </a:cubicBezTo>
                <a:cubicBezTo>
                  <a:pt x="2547441" y="4397758"/>
                  <a:pt x="2636520" y="4386072"/>
                  <a:pt x="2724912" y="4370832"/>
                </a:cubicBezTo>
                <a:cubicBezTo>
                  <a:pt x="2755392" y="4358640"/>
                  <a:pt x="2791736" y="4355976"/>
                  <a:pt x="2816352" y="4334256"/>
                </a:cubicBezTo>
                <a:cubicBezTo>
                  <a:pt x="2846151" y="4307962"/>
                  <a:pt x="2842490" y="4245722"/>
                  <a:pt x="2880360" y="4233672"/>
                </a:cubicBezTo>
                <a:cubicBezTo>
                  <a:pt x="3115525" y="4158847"/>
                  <a:pt x="3015396" y="4193712"/>
                  <a:pt x="3182112" y="4133088"/>
                </a:cubicBezTo>
                <a:cubicBezTo>
                  <a:pt x="3280522" y="3985473"/>
                  <a:pt x="3224734" y="4106664"/>
                  <a:pt x="3218688" y="3858768"/>
                </a:cubicBezTo>
                <a:cubicBezTo>
                  <a:pt x="3215095" y="3711453"/>
                  <a:pt x="3221102" y="3706175"/>
                  <a:pt x="3246120" y="3593592"/>
                </a:cubicBezTo>
                <a:cubicBezTo>
                  <a:pt x="3230880" y="3572256"/>
                  <a:pt x="3208539" y="3554509"/>
                  <a:pt x="3200400" y="3529584"/>
                </a:cubicBezTo>
                <a:cubicBezTo>
                  <a:pt x="3107249" y="3244309"/>
                  <a:pt x="3110642" y="3226730"/>
                  <a:pt x="3081528" y="3008376"/>
                </a:cubicBezTo>
                <a:cubicBezTo>
                  <a:pt x="3124739" y="2911152"/>
                  <a:pt x="3182708" y="2797444"/>
                  <a:pt x="3163824" y="2688336"/>
                </a:cubicBezTo>
                <a:cubicBezTo>
                  <a:pt x="3148474" y="2599648"/>
                  <a:pt x="3070189" y="2533773"/>
                  <a:pt x="3035808" y="2450592"/>
                </a:cubicBezTo>
                <a:cubicBezTo>
                  <a:pt x="2975421" y="2304495"/>
                  <a:pt x="2880360" y="2002536"/>
                  <a:pt x="2880360" y="2002536"/>
                </a:cubicBezTo>
                <a:cubicBezTo>
                  <a:pt x="2874264" y="1962912"/>
                  <a:pt x="2884656" y="1916788"/>
                  <a:pt x="2862072" y="1883664"/>
                </a:cubicBezTo>
                <a:cubicBezTo>
                  <a:pt x="2834923" y="1843846"/>
                  <a:pt x="2749057" y="1849204"/>
                  <a:pt x="2743200" y="1801368"/>
                </a:cubicBezTo>
                <a:cubicBezTo>
                  <a:pt x="2732225" y="1711741"/>
                  <a:pt x="2880408" y="1120742"/>
                  <a:pt x="2907792" y="1051560"/>
                </a:cubicBezTo>
                <a:cubicBezTo>
                  <a:pt x="2919010" y="1023219"/>
                  <a:pt x="2956560" y="1014984"/>
                  <a:pt x="2980944" y="996696"/>
                </a:cubicBezTo>
                <a:cubicBezTo>
                  <a:pt x="2983992" y="984504"/>
                  <a:pt x="2988022" y="972516"/>
                  <a:pt x="2990088" y="960120"/>
                </a:cubicBezTo>
                <a:cubicBezTo>
                  <a:pt x="3000542" y="897396"/>
                  <a:pt x="3005383" y="851388"/>
                  <a:pt x="2990088" y="786384"/>
                </a:cubicBezTo>
                <a:cubicBezTo>
                  <a:pt x="2985405" y="766481"/>
                  <a:pt x="2971800" y="749808"/>
                  <a:pt x="2962656" y="731520"/>
                </a:cubicBezTo>
                <a:cubicBezTo>
                  <a:pt x="2977896" y="661416"/>
                  <a:pt x="2990976" y="590807"/>
                  <a:pt x="3008376" y="521208"/>
                </a:cubicBezTo>
                <a:cubicBezTo>
                  <a:pt x="3012357" y="505284"/>
                  <a:pt x="3014432" y="486433"/>
                  <a:pt x="3026664" y="475488"/>
                </a:cubicBezTo>
                <a:cubicBezTo>
                  <a:pt x="3073931" y="433197"/>
                  <a:pt x="3182112" y="365760"/>
                  <a:pt x="3182112" y="365760"/>
                </a:cubicBezTo>
                <a:cubicBezTo>
                  <a:pt x="3088474" y="303335"/>
                  <a:pt x="3114560" y="340385"/>
                  <a:pt x="3081528" y="274320"/>
                </a:cubicBezTo>
                <a:cubicBezTo>
                  <a:pt x="3087624" y="249936"/>
                  <a:pt x="3092724" y="225281"/>
                  <a:pt x="3099816" y="201168"/>
                </a:cubicBezTo>
                <a:cubicBezTo>
                  <a:pt x="3107975" y="173427"/>
                  <a:pt x="3119797" y="146812"/>
                  <a:pt x="3127248" y="118872"/>
                </a:cubicBezTo>
                <a:cubicBezTo>
                  <a:pt x="3132025" y="100958"/>
                  <a:pt x="3124652" y="78357"/>
                  <a:pt x="3136392" y="64008"/>
                </a:cubicBezTo>
                <a:cubicBezTo>
                  <a:pt x="3154601" y="41753"/>
                  <a:pt x="3185987" y="34778"/>
                  <a:pt x="3209544" y="18288"/>
                </a:cubicBezTo>
                <a:cubicBezTo>
                  <a:pt x="3216607" y="13344"/>
                  <a:pt x="3221736" y="6096"/>
                  <a:pt x="3227832" y="0"/>
                </a:cubicBezTo>
              </a:path>
            </a:pathLst>
          </a:cu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Freeform: Shape 80">
            <a:extLst>
              <a:ext uri="{FF2B5EF4-FFF2-40B4-BE49-F238E27FC236}">
                <a16:creationId xmlns:a16="http://schemas.microsoft.com/office/drawing/2014/main" id="{5CAF35C8-A8A9-7ADB-C8F2-3CB8CB0B95EE}"/>
              </a:ext>
            </a:extLst>
          </p:cNvPr>
          <p:cNvSpPr/>
          <p:nvPr/>
        </p:nvSpPr>
        <p:spPr>
          <a:xfrm>
            <a:off x="10250424" y="1783080"/>
            <a:ext cx="841387" cy="292608"/>
          </a:xfrm>
          <a:custGeom>
            <a:avLst/>
            <a:gdLst>
              <a:gd name="csX0" fmla="*/ 0 w 841387"/>
              <a:gd name="csY0" fmla="*/ 292608 h 292608"/>
              <a:gd name="csX1" fmla="*/ 64008 w 841387"/>
              <a:gd name="csY1" fmla="*/ 192024 h 292608"/>
              <a:gd name="csX2" fmla="*/ 411480 w 841387"/>
              <a:gd name="csY2" fmla="*/ 155448 h 292608"/>
              <a:gd name="csX3" fmla="*/ 493776 w 841387"/>
              <a:gd name="csY3" fmla="*/ 109728 h 292608"/>
              <a:gd name="csX4" fmla="*/ 603504 w 841387"/>
              <a:gd name="csY4" fmla="*/ 64008 h 292608"/>
              <a:gd name="csX5" fmla="*/ 640080 w 841387"/>
              <a:gd name="csY5" fmla="*/ 45720 h 292608"/>
              <a:gd name="csX6" fmla="*/ 722376 w 841387"/>
              <a:gd name="csY6" fmla="*/ 27432 h 292608"/>
              <a:gd name="csX7" fmla="*/ 813816 w 841387"/>
              <a:gd name="csY7" fmla="*/ 0 h 292608"/>
              <a:gd name="csX8" fmla="*/ 822960 w 841387"/>
              <a:gd name="csY8" fmla="*/ 18288 h 2926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841387" h="292608">
                <a:moveTo>
                  <a:pt x="0" y="292608"/>
                </a:moveTo>
                <a:cubicBezTo>
                  <a:pt x="21336" y="259080"/>
                  <a:pt x="28728" y="210317"/>
                  <a:pt x="64008" y="192024"/>
                </a:cubicBezTo>
                <a:cubicBezTo>
                  <a:pt x="112401" y="166931"/>
                  <a:pt x="353665" y="158660"/>
                  <a:pt x="411480" y="155448"/>
                </a:cubicBezTo>
                <a:cubicBezTo>
                  <a:pt x="438912" y="140208"/>
                  <a:pt x="465443" y="123220"/>
                  <a:pt x="493776" y="109728"/>
                </a:cubicBezTo>
                <a:cubicBezTo>
                  <a:pt x="529551" y="92692"/>
                  <a:pt x="568063" y="81728"/>
                  <a:pt x="603504" y="64008"/>
                </a:cubicBezTo>
                <a:cubicBezTo>
                  <a:pt x="615696" y="57912"/>
                  <a:pt x="627052" y="49729"/>
                  <a:pt x="640080" y="45720"/>
                </a:cubicBezTo>
                <a:cubicBezTo>
                  <a:pt x="666939" y="37456"/>
                  <a:pt x="694994" y="33751"/>
                  <a:pt x="722376" y="27432"/>
                </a:cubicBezTo>
                <a:cubicBezTo>
                  <a:pt x="767289" y="17067"/>
                  <a:pt x="762928" y="16963"/>
                  <a:pt x="813816" y="0"/>
                </a:cubicBezTo>
                <a:cubicBezTo>
                  <a:pt x="847714" y="11299"/>
                  <a:pt x="849869" y="4833"/>
                  <a:pt x="822960" y="18288"/>
                </a:cubicBez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6EDD906F-AAD1-2E59-7C8A-51B7203467A7}"/>
              </a:ext>
            </a:extLst>
          </p:cNvPr>
          <p:cNvSpPr/>
          <p:nvPr/>
        </p:nvSpPr>
        <p:spPr>
          <a:xfrm>
            <a:off x="10671117" y="1362456"/>
            <a:ext cx="848628" cy="7132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I2C</a:t>
            </a:r>
            <a:br>
              <a:rPr lang="en-GB" dirty="0"/>
            </a:br>
            <a:r>
              <a:rPr lang="en-GB" dirty="0"/>
              <a:t>AHT</a:t>
            </a:r>
            <a:endParaRPr lang="en-US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7EE32F7-8B80-AC50-3EC0-7CA672AACF7C}"/>
              </a:ext>
            </a:extLst>
          </p:cNvPr>
          <p:cNvSpPr txBox="1"/>
          <p:nvPr/>
        </p:nvSpPr>
        <p:spPr>
          <a:xfrm>
            <a:off x="8385048" y="7955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6820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</TotalTime>
  <Words>30</Words>
  <Application>Microsoft Office PowerPoint</Application>
  <PresentationFormat>Widescreen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Wingdings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Jay Pathmanathan</dc:creator>
  <cp:lastModifiedBy>Jay Pathmanathan</cp:lastModifiedBy>
  <cp:revision>2</cp:revision>
  <cp:lastPrinted>2026-09-02T12:13:28Z</cp:lastPrinted>
  <dcterms:created xsi:type="dcterms:W3CDTF">2026-09-02T11:38:52Z</dcterms:created>
  <dcterms:modified xsi:type="dcterms:W3CDTF">2026-09-19T14:35:02Z</dcterms:modified>
</cp:coreProperties>
</file>